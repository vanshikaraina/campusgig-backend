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68" r:id="rId2"/>
    <p:sldId id="267" r:id="rId3"/>
    <p:sldId id="273" r:id="rId4"/>
    <p:sldId id="280" r:id="rId5"/>
    <p:sldId id="281" r:id="rId6"/>
    <p:sldId id="288" r:id="rId7"/>
    <p:sldId id="282" r:id="rId8"/>
    <p:sldId id="289" r:id="rId9"/>
    <p:sldId id="283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87" r:id="rId18"/>
    <p:sldId id="285" r:id="rId19"/>
    <p:sldId id="286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>
      <p:cViewPr varScale="1">
        <p:scale>
          <a:sx n="70" d="100"/>
          <a:sy n="70" d="100"/>
        </p:scale>
        <p:origin x="119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9CBD2-9634-4070-9322-D97144FB8F07}" type="datetimeFigureOut">
              <a:rPr lang="en-IN" smtClean="0"/>
              <a:pPr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D8155-59CB-4BA7-B16C-EBCA8F12159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8155-59CB-4BA7-B16C-EBCA8F121599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686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nshikaraina/_CampusGig/tree/main" TargetMode="External"/><Relationship Id="rId2" Type="http://schemas.openxmlformats.org/officeDocument/2006/relationships/hyperlink" Target="https://github.com/vanshikaraina/_CampusGig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92759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Engineering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1907704" y="2708920"/>
            <a:ext cx="5112568" cy="21852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Sneha(2310990975)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Tanisha (2310990982)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Titiksha(2310990988)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Vanshika(2310990995)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Faculty Coordinator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itchFamily="18" charset="0"/>
              </a:rPr>
              <a:t>Mr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Vikas Kumar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 Institute of Engineering and Technology, </a:t>
            </a: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University, Punjab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EFF60-1290-41DC-E78C-45BB6AF58AFB}"/>
              </a:ext>
            </a:extLst>
          </p:cNvPr>
          <p:cNvSpPr txBox="1"/>
          <p:nvPr/>
        </p:nvSpPr>
        <p:spPr>
          <a:xfrm>
            <a:off x="0" y="1633150"/>
            <a:ext cx="9180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Campus-Gig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16632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6912768" cy="6478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Future enhancements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65330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908720"/>
            <a:ext cx="864096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CampusGig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 application and platform developed to facilitate seamless connections between students and the campus community for gigs, tasks, events, and various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comprises a frontend and backend built with modern web technologies such as React, Node.js, Express, etc. Ensuring a fast, responsive, and intuitive user experience across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enable students to post, search, and apply for campus-based gigs, fostering opportunities for skill utilization, collaboration, and timely completion of tasks, thereby bridging the gap between demand and supply within the campus.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serves as a campus micro-marketplace, enhancing trust and visibility through profiles, reviews, and feedback, creating a reliable ecosystem for all users.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60C3-0533-66C3-03EF-366D4F7DF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36ECFB-C830-BC3A-0B17-BC0E76652A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1520" y="1321074"/>
            <a:ext cx="8640960" cy="490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face difficulties finding small paid jobs or gigs within or around their campus, particularly those that fit their schedules or align with their skills and interests.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freelancing platforms are often too broad, highly competitive, and not tailored for micro-tasks or campus-specific opportunities.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campus organizations, clubs, and small businesses also have short-term tasks or gigs but lack an efficient way to post, manage, or access reliable and trustworthy labor.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gap in connecting demand and supply: ensuring that tasks are matched with suitable students in real-time, while addressing challenges like trust, scheduling, payments, and reputation management.</a:t>
            </a:r>
          </a:p>
        </p:txBody>
      </p:sp>
    </p:spTree>
    <p:extLst>
      <p:ext uri="{BB962C8B-B14F-4D97-AF65-F5344CB8AC3E}">
        <p14:creationId xmlns:p14="http://schemas.microsoft.com/office/powerpoint/2010/main" val="3557562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B8C-976A-9BD4-8160-F28B16133C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TECHNICAL DETAILS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4101B-0A76-D530-92A4-375288269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5970984"/>
          </a:xfrm>
        </p:spPr>
        <p:txBody>
          <a:bodyPr/>
          <a:lstStyle/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Components</a:t>
            </a:r>
          </a:p>
          <a:p>
            <a:pPr algn="l"/>
            <a:endParaRPr lang="en-IN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for UI, dashboards, forms, gig listing, chat, and notifications (react-hot-toast).</a:t>
            </a: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 REST API for user auth, gigs, messaging, and payments.</a:t>
            </a: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MongoDB (NoSQL) for storing users, gigs, applications, reviews, and transactions.</a:t>
            </a: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Authentication/Authorization: 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JWT-based login with role-based access for students and service providers.</a:t>
            </a: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Features: 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Socket.IO for notifications and messaging.</a:t>
            </a: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Handling: 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Multer for uploads; </a:t>
            </a:r>
            <a:r>
              <a:rPr lang="en-IN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email notifications.</a:t>
            </a:r>
          </a:p>
          <a:p>
            <a:pPr algn="l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Payments: </a:t>
            </a:r>
            <a:r>
              <a:rPr lang="en-IN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for secure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66763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CFD2-8EF6-CB84-CBDB-A26787BEB3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TECHNICAL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0525A-D00C-6429-E9CC-5040AC976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435280" cy="5115272"/>
          </a:xfrm>
        </p:spPr>
        <p:txBody>
          <a:bodyPr/>
          <a:lstStyle/>
          <a:p>
            <a:pPr algn="l"/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APIs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l" eaLnBrk="0" hangingPunct="0">
              <a:spcBef>
                <a:spcPct val="0"/>
              </a:spcBef>
            </a:pP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Gigs: 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Create, update, delete, and view gigs.</a:t>
            </a:r>
          </a:p>
          <a:p>
            <a:pPr lvl="0" algn="l" eaLnBrk="0" hangingPunct="0">
              <a:spcBef>
                <a:spcPct val="0"/>
              </a:spcBef>
            </a:pP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Profiles: 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 and service provider profiles.</a:t>
            </a:r>
          </a:p>
          <a:p>
            <a:pPr lvl="0" algn="l" eaLnBrk="0" hangingPunct="0">
              <a:spcBef>
                <a:spcPct val="0"/>
              </a:spcBef>
            </a:pP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eaLnBrk="0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gig applications, including accept/reject actions.</a:t>
            </a:r>
          </a:p>
          <a:p>
            <a:pPr algn="l"/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3958468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793B-235B-3B7C-77BF-BC8996185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4716016" cy="914400"/>
          </a:xfrm>
        </p:spPr>
        <p:txBody>
          <a:bodyPr/>
          <a:lstStyle/>
          <a:p>
            <a:r>
              <a:rPr lang="en-US" dirty="0"/>
              <a:t>KEY FEATURES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67925-6198-931B-07EB-53DE4FCA0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496944" cy="5832648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Gig Posting &amp; Browsing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Students can post gigs with details (title, description, pay, time, location). Others can search and filter.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 &amp; Verification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Students have profiles, with optional verification or identity confirmation to build trust.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&amp; Bidding 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Students can apply for gigs, and poster can accept or reject applications.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Chat System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Real-time messaging between the gig poster and client, including text , voice notes, and video calls.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Integrated payment system for safe transactions between gig posters and applicants.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365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7AC00-7B03-54DA-5E07-CD39F1C522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D9421-8AC0-18A7-0F7E-D2D3AF571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568952" cy="5904656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6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&amp; Emails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Instant alerts for gig applications, accept/reject updates, chat messages, and gig progress. Optional email notifications for posting gigs, application acceptance, or gig completion.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&amp; Review System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After completion, both sides can give feedback to maintain quality.</a:t>
            </a:r>
          </a:p>
          <a:p>
            <a:pPr marL="457200" indent="-457200" algn="just">
              <a:buFont typeface="+mj-lt"/>
              <a:buAutoNum type="arabicPeriod" startAt="6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Search gigs by skill name and filter according to gig status (applied, accepted, completed).</a:t>
            </a:r>
          </a:p>
          <a:p>
            <a:pPr marL="457200" indent="-457200" algn="just">
              <a:buFont typeface="+mj-lt"/>
              <a:buAutoNum type="arabicPeriod" startAt="6"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Timeline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 complete timeline showing posted gigs,  accepted gigs, and completed gigs.</a:t>
            </a:r>
            <a:endParaRPr lang="en-IN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449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BE85-D243-2828-9DF2-3019E37C1C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HIGHLIGHTS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19A679-9620-1945-2B8B-1465ADCF0F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9512" y="1196752"/>
            <a:ext cx="8640960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Campus-Specific Focus: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Tailored for on-campus tasks, considering distance, scheduling, and student convenience.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Micro-Task Friendly: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smaller, manageable tasks that fit student schedules.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Trust &amp; Ratings: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Scalable reputation system with reviews and feedback for reliability.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Full Stack Implementation: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functional frontend and backend integrated seamlessly.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Modular code with clean separation of concerns, making it easy to extend.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Adoption Potential: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immediate use and utility within colleges or universities.</a:t>
            </a:r>
          </a:p>
        </p:txBody>
      </p:sp>
    </p:spTree>
    <p:extLst>
      <p:ext uri="{BB962C8B-B14F-4D97-AF65-F5344CB8AC3E}">
        <p14:creationId xmlns:p14="http://schemas.microsoft.com/office/powerpoint/2010/main" val="1152908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209744-7256-264F-E02D-47422433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" y="1340768"/>
            <a:ext cx="8455154" cy="48992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F40CBC-A98E-F23D-D4C8-2098C2CAFE03}"/>
              </a:ext>
            </a:extLst>
          </p:cNvPr>
          <p:cNvSpPr txBox="1"/>
          <p:nvPr/>
        </p:nvSpPr>
        <p:spPr>
          <a:xfrm>
            <a:off x="484672" y="116632"/>
            <a:ext cx="40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2573772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990D7F-D711-7A10-4B28-DEB84F0D9204}"/>
              </a:ext>
            </a:extLst>
          </p:cNvPr>
          <p:cNvSpPr txBox="1"/>
          <p:nvPr/>
        </p:nvSpPr>
        <p:spPr>
          <a:xfrm>
            <a:off x="323528" y="116632"/>
            <a:ext cx="2326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Pages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EC4C6-2125-F369-3E29-FCA84C2E6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08720"/>
            <a:ext cx="4188340" cy="56941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4D391-1DC1-4D9B-4D3E-A7C79A73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908719"/>
            <a:ext cx="4608512" cy="569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50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71503D-09DD-603D-DD03-755BABAFC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3816424" cy="55630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C96239-9914-0D3F-CD6D-EC112D41959E}"/>
              </a:ext>
            </a:extLst>
          </p:cNvPr>
          <p:cNvSpPr txBox="1"/>
          <p:nvPr/>
        </p:nvSpPr>
        <p:spPr>
          <a:xfrm>
            <a:off x="323528" y="116632"/>
            <a:ext cx="3297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Chat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170689-F91B-0BE3-A883-8EBA87F2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980728"/>
            <a:ext cx="4752528" cy="1584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BEF58D-377F-6280-EBC2-1A40B6944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147" y="2708919"/>
            <a:ext cx="4872350" cy="383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06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2E2CAA-1504-F6C8-4622-FC9A8F73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08720"/>
            <a:ext cx="8496944" cy="56886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6D6F1-4C19-C9ED-E39B-F93C4DC9E79F}"/>
              </a:ext>
            </a:extLst>
          </p:cNvPr>
          <p:cNvSpPr txBox="1"/>
          <p:nvPr/>
        </p:nvSpPr>
        <p:spPr>
          <a:xfrm>
            <a:off x="343000" y="116632"/>
            <a:ext cx="151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2273710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56EFC3-D97E-0524-9967-B5E0373E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8720"/>
            <a:ext cx="8712968" cy="5739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CEC5D8-7CF6-7F88-434D-0ADC7B012EA1}"/>
              </a:ext>
            </a:extLst>
          </p:cNvPr>
          <p:cNvSpPr txBox="1"/>
          <p:nvPr/>
        </p:nvSpPr>
        <p:spPr>
          <a:xfrm>
            <a:off x="323528" y="209329"/>
            <a:ext cx="1749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Bidding</a:t>
            </a:r>
          </a:p>
        </p:txBody>
      </p:sp>
    </p:spTree>
    <p:extLst>
      <p:ext uri="{BB962C8B-B14F-4D97-AF65-F5344CB8AC3E}">
        <p14:creationId xmlns:p14="http://schemas.microsoft.com/office/powerpoint/2010/main" val="2572090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F0E0E-C1E4-519F-E0D1-86497FA39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3104"/>
            <a:ext cx="9144000" cy="5431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267B13-13DA-5A8B-3FEC-0F350CB42421}"/>
              </a:ext>
            </a:extLst>
          </p:cNvPr>
          <p:cNvSpPr txBox="1"/>
          <p:nvPr/>
        </p:nvSpPr>
        <p:spPr>
          <a:xfrm>
            <a:off x="539552" y="66773"/>
            <a:ext cx="4480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345475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AAFB5D-4383-8955-8263-25A67939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96752"/>
            <a:ext cx="8568952" cy="36045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31D947-8976-1FD3-3A66-442F09178689}"/>
              </a:ext>
            </a:extLst>
          </p:cNvPr>
          <p:cNvSpPr txBox="1"/>
          <p:nvPr/>
        </p:nvSpPr>
        <p:spPr>
          <a:xfrm>
            <a:off x="251520" y="116632"/>
            <a:ext cx="391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Mail</a:t>
            </a:r>
          </a:p>
        </p:txBody>
      </p:sp>
    </p:spTree>
    <p:extLst>
      <p:ext uri="{BB962C8B-B14F-4D97-AF65-F5344CB8AC3E}">
        <p14:creationId xmlns:p14="http://schemas.microsoft.com/office/powerpoint/2010/main" val="3252394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08F2-5423-2AC4-96BD-C22655035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FUTURE ENHANCEMENTS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CE998-1777-1DFB-5520-C0BCA0332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04" y="1268760"/>
            <a:ext cx="8712968" cy="511256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Referral System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Users earn rewards or credits for inviting new members to the platform.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Coupons &amp; Discounts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Special offers to boost engagement, promote services, and increase conversions.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Email/SMS Marketing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Automated messages for new gigs, promotions, reminders, or important platform updates.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Sharing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One-click sharing to social media to expand visibility and attract more users.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Reviews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Only clients who completed a gig can post reviews, ensuring authenticity and trust.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Approval Workflow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Admin/moderators verify and approve high-value gigs before publishing them live.</a:t>
            </a:r>
          </a:p>
        </p:txBody>
      </p:sp>
    </p:spTree>
    <p:extLst>
      <p:ext uri="{BB962C8B-B14F-4D97-AF65-F5344CB8AC3E}">
        <p14:creationId xmlns:p14="http://schemas.microsoft.com/office/powerpoint/2010/main" val="315277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4B8F-D03B-037A-6A1C-A71297FE6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2D31A5-E082-7BFB-D9D8-505E4D6275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9512" y="733490"/>
            <a:ext cx="8784976" cy="6151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CampusGig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 a real need by connecting campus students to gigs in a structured and trustworthy environment.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improves discoverability, reduces friction, and ensures accountability through user profiles, ratings, and reviews.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built on a strong technical foundation using a modern full-stack architecture with modular APIs and a scalable database.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room for future enhancements such as real-time chat, secure payments, admin analytics, and intelligent gig matching.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CampusGig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scalable and impactful micro-marketplace that can grow, adapt, and support student opportunities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0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2042-9CB7-8CCC-46DF-AB4C9DA46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5940152" cy="914400"/>
          </a:xfrm>
        </p:spPr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8BC688-6861-61CC-7153-79D79F9485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32520" y="2644170"/>
            <a:ext cx="72789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 repo: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https://github.com/vanshikaraina/_CampusGig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GitHub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49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</TotalTime>
  <Words>999</Words>
  <Application>Microsoft Office PowerPoint</Application>
  <PresentationFormat>On-screen Show (4:3)</PresentationFormat>
  <Paragraphs>101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Bubble Sort</vt:lpstr>
      <vt:lpstr>PowerPoint Presentation</vt:lpstr>
      <vt:lpstr>PowerPoint Presentation</vt:lpstr>
      <vt:lpstr>PowerPoint Presentation</vt:lpstr>
      <vt:lpstr>PROBLEM STATEMENT</vt:lpstr>
      <vt:lpstr>TECHNICAL DETAILS </vt:lpstr>
      <vt:lpstr>TECHNICAL DETAILS</vt:lpstr>
      <vt:lpstr>KEY FEATURES </vt:lpstr>
      <vt:lpstr>KEY FEATURES</vt:lpstr>
      <vt:lpstr>PROJECT HIGHLIGHTS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ENHANCEMENTS </vt:lpstr>
      <vt:lpstr>CONCLUSION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vanshika raina</cp:lastModifiedBy>
  <cp:revision>45</cp:revision>
  <dcterms:created xsi:type="dcterms:W3CDTF">2022-12-12T14:14:34Z</dcterms:created>
  <dcterms:modified xsi:type="dcterms:W3CDTF">2025-11-18T04:48:27Z</dcterms:modified>
</cp:coreProperties>
</file>